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NORTHWEST SAMAR STATE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IT305 – Web Systems and Technologies  |  Major Course Output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WorkBridge PH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240280"/>
            <a:ext cx="41148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2377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1D5DB"/>
                </a:solidFill>
                <a:latin typeface="Calibri"/>
              </a:rPr>
              <a:t>Web-Based Unified Employment Platform for Decent Work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017520"/>
            <a:ext cx="274320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3017520"/>
            <a:ext cx="2743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SDG 8: Decent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3017520"/>
            <a:ext cx="274320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3017520"/>
            <a:ext cx="2743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SDG 1: No Poverty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79" y="3017520"/>
            <a:ext cx="27432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79" y="3017520"/>
            <a:ext cx="2743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SDG 10: Reduced Inequalities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931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Group 4  |  Phase 1 – User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What WorkBridge PH is and why it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What is WorkBridge PH?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1F2937"/>
                </a:solidFill>
                <a:latin typeface="Calibri"/>
              </a:rPr>
              <a:t>WorkBridge</a:t>
            </a:r>
            <a:r>
              <a:rPr sz="1100" b="0" i="0" dirty="0">
                <a:solidFill>
                  <a:srgbClr val="1F2937"/>
                </a:solidFill>
                <a:latin typeface="Calibri"/>
              </a:rPr>
              <a:t> PH is a globally accessible, web-based employment platform that connects job seekers and employers across all sectors — white-collar, blue-collar, and household/service workers.
The platform addresses employment inequality problems that exist worldwide, using the Philippines as its founding case study.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00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SDG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  <a:latin typeface="Calibri"/>
              </a:rPr>
              <a:t>Decent Work &amp; Economic 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54864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SDG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  <a:latin typeface="Calibri"/>
              </a:rPr>
              <a:t>No Poverty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00400"/>
            <a:ext cx="548640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SDG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  <a:latin typeface="Calibri"/>
              </a:rPr>
              <a:t>Reduced Inequalities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Problems Being Solved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Unequal access to digital recruitment platforms for blue-collar and household workers worldwide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Over-concentration of job portals on white-collar and professional careers only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Heavy reliance on informal, unsafe recruitment channels and exposure to job scams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Employers struggling to find reliable workers efficiently across all sectors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Templates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Phase 1 — Web &amp; Dashboard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39496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39496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WEB TEMPLATE (Front-End)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Framework:  Bootstrap 5.3.2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Icons:  Bootstrap Icons 1.11.1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Styling:  Custom CSS Design Tokens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Scripting:  Vanilla JavaScript (ES Modules)</a:t>
            </a:r>
          </a:p>
          <a:p>
            <a:pPr>
              <a:spcBef>
                <a:spcPts val="400"/>
              </a:spcBef>
            </a:pPr>
            <a:endParaRPr sz="1050">
              <a:solidFill>
                <a:srgbClr val="1F29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Pages Covered: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Homepage (index.html)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Browse Jobs (jobs.html)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Job Detail (job-detail.html)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Company Directory (companies.html)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Safety &amp; Scam Awareness (safety.html)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About, Help, Terms, Privacy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Auth: Login, Register, Forgot, Reset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539496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539496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143000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DASHBOARD TEMPLATE (Backend UI)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Layout:  Sidebar + Topbar + Content Area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Framework:  Bootstrap 5.3.2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Styling:  Custom role-specific CSS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Dark Mode:  CSS data-theme toggle</a:t>
            </a:r>
          </a:p>
          <a:p>
            <a:pPr>
              <a:spcBef>
                <a:spcPts val="400"/>
              </a:spcBef>
            </a:pPr>
            <a:endParaRPr sz="1050">
              <a:solidFill>
                <a:srgbClr val="1F29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Dashboards Covered: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Job Seeker Dashboard (10 pages)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Employer Dashboard (10 pages)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Admin Panel (13 pages)</a:t>
            </a:r>
          </a:p>
          <a:p>
            <a:pPr>
              <a:spcBef>
                <a:spcPts val="400"/>
              </a:spcBef>
            </a:pPr>
            <a:endParaRPr sz="1050">
              <a:solidFill>
                <a:srgbClr val="1F29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Common Components: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Stat cards, data tables, modals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Toast notifications, dropdowns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Form pages with JS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Required UI Component — 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index.html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554480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155448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Website Header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6459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Public navigation bar with WorkBridge PH brand logo and navigation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12848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2212848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2640" y="2212848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Navigation Menu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30428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Links: Jobs, Companies, About, Help — plus Login button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3042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0" y="2871216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2640" y="2871216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9626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Banner Section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96265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Hero section with headline, subtitle, and job search form (keyword + location)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9626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29584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0" y="3529584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92640" y="3529584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36210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System Introduction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62102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'How It Works' (3 steps) + 'Browse by Category' + 'Featured Jobs' grid sections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6210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2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743200" y="4187952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692640" y="4187952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4279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Footer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427939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Copyright notice © 2026 WorkBridge PH with Safety, Terms, Privacy links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42793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✔ All 5 required homepage components are implemented.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Required UI Component — Login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auth/login.html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554480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155448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Username Field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6459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Email input field (type='email') with placeholder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12848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2212848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2640" y="2212848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Password 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30428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Password input field (type='password') with show/hide toggle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3042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0" y="2871216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2640" y="2871216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9626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Login Button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96265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Submit button — triggers mock authentication on click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9626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29584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0" y="3529584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92640" y="3529584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36210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JavaScript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62102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auth.mock.js validates credentials; toastError() shown on failure; role-based redirect on success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6210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434840"/>
            <a:ext cx="11247120" cy="137160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Demo Accounts (for testing)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800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Job Seeker:  seeker@demo.com  /  demo123    →  Redirects to Seeker Dashboard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Employer:    employer@demo.com  /  demo123  →  Redirects to Employer Dashboard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Admin:       admin@demo.com  /  demo123     →  Redirects to Admin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Required UI Component — Dashboard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seeker/dashboard.html  |  employer/dashboard.html  |  admin/dashboard.html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554480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155448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Navigation Sidebar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6459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Role-specific sidebar with icon + label nav links, rendered by layout.js for all 3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12848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2212848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2640" y="2212848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Summary Info 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30428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Stat cards showing counts (saved jobs, applications, profile strength, pending queues)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3042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0" y="2871216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2640" y="2871216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9626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Content Area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96265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.app-content div — main working area with charts, tables, and role-specific data widgets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9626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Job Seeker Dashboard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069080"/>
            <a:ext cx="3657600" cy="22860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1605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Saved jobs count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Applications count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Profile strength %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Recommended jobs grid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3703320"/>
            <a:ext cx="365760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43400" y="3703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Employer Dashboard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4069080"/>
            <a:ext cx="3657600" cy="22860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34840" y="41605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Active/Pending jobs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Total applicants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Applicant chart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Quick post job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3703320"/>
            <a:ext cx="365760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0" y="3703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069080"/>
            <a:ext cx="3657600" cy="22860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41605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Pending verifications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Pending job reviews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Open reports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Analytics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Required UI Component — Data Entry Form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employer/post-job.html  |  auth/register.html  |  seeker/profile.html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554480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155448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Input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6459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Text, select, textarea, number inputs — title, type, setup, location, salary, 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12848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2212848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2640" y="2212848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30428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All fields are labelled with &lt;label&gt; tags and placeholder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3042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0" y="2871216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2640" y="2871216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9626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Submit Button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96265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Primary submit button triggers form processing and localStorage/API write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9626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29584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0" y="3529584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92640" y="3529584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36210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JavaScript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62102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HTML5 required attributes + JS checks — error toasts shown for invalid/missing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6210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43400"/>
            <a:ext cx="11247120" cy="182880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Data Entry Form Pages in This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7091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employer/post-job.html — Post a Job form (title, type, setup, location, salary, description, requirements, benefits)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auth/register.html — User Registration form with role selection (Seeker / Employer)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auth/login.html — Login form with email + password validation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seeker/profile.html — Editable profile form (name, location, skills) via modal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Required UI Component — Data Display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employer/manage-jobs.html  |  admin/users.html  |  admin/categories.html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554480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155448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Table Layout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6459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Responsive HTML tables with thead/tbody, status badges, and pagination chips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12848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2212848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2640" y="2212848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Edit Button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30428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Links to edit page (job-edit.html, user-detail.html) for modifying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3042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0" y="2871216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2640" y="2871216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9626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View Button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96265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Links to detail page (job-detail.html, user-detail.html) for viewing full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9626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29584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0" y="3529584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92640" y="3529584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36210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Delete Button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62102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Confirmation prompt → removes record from data store; success toast shown after delete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6210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43400"/>
            <a:ext cx="11247120" cy="182880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Data Display Pages in This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7091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employer/manage-jobs.html — Job listings table with Edit, View, Delete buttons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admin/users.html — User management table with Edit, View, Delete buttons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admin/categories.html — Job categories table with Delete button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seeker/applications.html — Application status cards with filter chips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admin/employer-verification.html — Employer verification table with status badges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Complete UI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All pages implemented in Phase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14884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Public Pages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148840" cy="47548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2057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index.html — Homepage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jobs.html — Browse Jobs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job-detail.html — Job Detail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companies.html — Company Directory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company-detail.html — Company Detail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safety.html — Scam Awareness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about.html / help.html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terms.html / privacy.html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097280"/>
            <a:ext cx="21488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109728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Auth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463040"/>
            <a:ext cx="2148840" cy="47548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6040" y="1554480"/>
            <a:ext cx="2057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auth/login.html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auth/register.html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auth/forgot.html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auth/reset.html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097280"/>
            <a:ext cx="214884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109728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Seeker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463040"/>
            <a:ext cx="2148840" cy="47548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554480"/>
            <a:ext cx="2057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dashboard.html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jobs.html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saved-jobs.html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applications.html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profile.html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resume.html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notifications.html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messages.html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settings.html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1097280"/>
            <a:ext cx="214884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95160" y="109728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Employer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1463040"/>
            <a:ext cx="2148840" cy="47548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86600" y="1554480"/>
            <a:ext cx="2057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dashboard.html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post-job.html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manage-jobs.html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applicants.html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company-profile.html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verification.html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messages.html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settings.html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097280"/>
            <a:ext cx="214884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109728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Admin Panel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463040"/>
            <a:ext cx="2148840" cy="47548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0" y="1554480"/>
            <a:ext cx="2057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dashboard.html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employer-verification.html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job-moderation.html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reports.html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users.html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analytics.html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categories.html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audit-logs.html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Total: 33 pages  |  HTML + CSS + JavaScript  |  Bootstrap 5.3.2  |  Dark Mode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Phase 1 (Current) and Phase 2 (Planned)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39496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1 — Frontend Prototype (Current)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394960" cy="4389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HTML5 — Page structure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CSS3 Custom Properties — Design tokens &amp; theming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Vanilla JavaScript (ES Modules) — App logic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Bootstrap 5.3.2 — Responsive UI framework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Bootstrap Icons 1.11.1 — Iconography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localStorage — Mock data backend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Custom client-side Router — Role-based guards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Playwright — End-to-end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539496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143000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2 — Full-Stack Target (Next)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394960" cy="4389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PHP 8.2+ — Server-side language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Laravel 11.x — MVC application framework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Laravel Sanctum — API token authentication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Eloquent ORM — Database models &amp; relations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Laravel Form Requests — Server-side validation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Laravel Gates &amp; Policies — Authorization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Laravel Storage — File uploads (resumes, docs)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MySQL 8.0+ — Relational database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PHPUnit — Backend unit &amp; feature testing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XAMPP — Local development environment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WorkBridge PH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834640"/>
            <a:ext cx="39593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1D5DB"/>
                </a:solidFill>
                <a:latin typeface="Calibri"/>
              </a:rPr>
              <a:t>Phase 1 — User Interface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IT305 – Web Systems and Technologies  |  Group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Northwest Samar State University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46E5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1504</Words>
  <Application>Microsoft Office PowerPoint</Application>
  <PresentationFormat>Custom</PresentationFormat>
  <Paragraphs>243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Jhon Clarence Rulona</cp:lastModifiedBy>
  <cp:revision>1</cp:revision>
  <dcterms:created xsi:type="dcterms:W3CDTF">2013-01-27T09:14:16Z</dcterms:created>
  <dcterms:modified xsi:type="dcterms:W3CDTF">2026-04-04T14:19:59Z</dcterms:modified>
  <cp:category/>
</cp:coreProperties>
</file>